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6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44D81-5D1C-4281-9D8C-5FCC3778A4D9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0DE62-6188-4343-A3F8-F912CCE22A2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75500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50DE62-6188-4343-A3F8-F912CCE22A25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08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04583-FB05-BC26-D9B2-33E448F64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303A3-C4FF-C465-80CA-3E7BCF59E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9AB00-56BE-3885-F4D5-B11148B0E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79E97-A01E-7FBB-8D50-67FF6E97B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78575-0F19-C998-65AD-5FD835989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316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CEAF-0955-A9DC-D44E-914C9F6D5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1BB3A-A8AB-6E49-B5A7-15D362C7B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81D47-FEEF-A100-A493-D97C84D6D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3AA0B-B26B-87A3-5A6D-B2CC35CB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6858-DD37-ADED-65A3-07508820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525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0065-B5A0-792B-4FE9-2E3860C5A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EF3DB-2D46-7870-A26C-0EEE68B41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6288A-CB27-34C6-280D-D0320C40A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9D670-F906-A2A8-96AB-84B28E3C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F4365-6717-5268-B2AA-BDBC4E8A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5955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792A5-0B8E-615D-3A4E-058CB221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BE742-89CA-834F-7BC2-989689A80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3EB7E-AAB7-3395-7EB1-D40288096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97400-C953-4BE2-E1A2-7DC4BA69C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42C80-D5F8-FE2F-12C3-E8873273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A456C-F983-D3C5-0426-E36E62B1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3642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2A4D-B39D-8375-4476-A82FDC58E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2EA81-36F6-5B8E-FBF8-A97767A0A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AF364-639F-6717-CE31-22B303498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F1C2C2-B868-3F93-BE68-C8989083D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B6A14-29F6-F18B-AB0D-DC0BBD4185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17DA6-B16C-6AC7-B335-D8C8384BC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2D5393-8497-96E2-69CA-A731B1AB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A93357-4E6C-FB7C-58E2-526C8555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1765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E8640-DA29-FE21-4E1E-51DE4EC6D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803144-3C92-ED59-066D-D127B398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34939-F611-58C1-5A3B-95AFF675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A8BB4-06F1-C2DA-88C6-B7841642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6015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0C7C64-AF99-9B71-77B2-C4B8C597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7B152-C8BC-6502-7801-5C0D4A905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B3850-8F65-E2BE-8637-2FBCC3D99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43870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F60FF-5745-3ABB-3372-08224DFC4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D6514-7C2D-B7F5-4D63-F33756771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CEA39-33A5-00BB-FE2D-ABC65DEED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1C801-9C96-B358-F20C-43EB0661E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4C815-FD2E-BCE2-8688-07FE52D4D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273C3-7606-FC39-D1F2-705E1853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4238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7693C-C45B-3345-A847-9E2177AF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B22855-CF32-6E32-A8DE-B3C25C5BF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9DE94-F663-0FFA-8677-99AF238FE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CB933-5DB4-63C2-1546-B0A6D0400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2185C2-24B3-62A5-50FD-E5D2AAD3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D76A2-ABF7-283A-58D1-14DE44D03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24243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7E2DE-E0F0-56BE-EE23-A63A5E98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2BC8D-B420-9E9A-7297-C16ADEE2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48EEE-BC85-0B97-CCF1-4953B57A4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A4DBD-2CB0-391A-DB74-3E4B1A20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7F17D-5751-4A51-5936-9960FF52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430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6AA7B2-684C-88A7-9ADA-78080ADCE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448E1D-29AD-B410-3FDA-BEC48A71D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9D835-5AA5-B952-9027-43FAB11E5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08B6F-EA2D-4899-9B83-6155C1EA0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E92B6-011E-C399-A3AD-D32C3AD7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696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DB5806-91B5-CAFD-9E7D-6B9EB9B2C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7F96E-9DEC-338F-E48E-75DBBF771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6C4B5-D5C3-5416-4373-0A9388A321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D48C6-6153-4AD4-AEAA-ABEB42D7E162}" type="datetimeFigureOut">
              <a:rPr lang="en-ZA" smtClean="0"/>
              <a:t>2025/11/13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EF8C6-B13B-25CB-3C9E-ED56E84B4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E783C-0690-397B-EB34-4ED33D4BF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C284F-CA09-4C92-8BD4-EFA947D4EB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55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80072-D6F5-1B49-6D57-F7CFEE74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399"/>
          </a:xfrm>
        </p:spPr>
        <p:txBody>
          <a:bodyPr>
            <a:normAutofit fontScale="90000"/>
          </a:bodyPr>
          <a:lstStyle/>
          <a:p>
            <a:r>
              <a:rPr lang="en-US" dirty="0"/>
              <a:t>FIFA 2018 Player Performance &amp; Positional Analytics 1</a:t>
            </a:r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D9A33B3-9638-D808-F0DF-6289FCAE6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117600"/>
            <a:ext cx="121920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53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C44AF-D2A3-977D-AE5E-E08C2C9DD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083732"/>
          </a:xfrm>
        </p:spPr>
        <p:txBody>
          <a:bodyPr>
            <a:normAutofit fontScale="90000"/>
          </a:bodyPr>
          <a:lstStyle/>
          <a:p>
            <a:r>
              <a:rPr lang="en-US" dirty="0"/>
              <a:t>FIFA 2018 Player Performance &amp; Positional Analytics 2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D1B1BF-BCCA-F31A-BD2A-507364AEA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83733"/>
            <a:ext cx="12192000" cy="577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07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45B5-322D-251E-9E9D-FF85183BF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2192000" cy="948266"/>
          </a:xfrm>
        </p:spPr>
        <p:txBody>
          <a:bodyPr>
            <a:normAutofit fontScale="90000"/>
          </a:bodyPr>
          <a:lstStyle/>
          <a:p>
            <a:r>
              <a:rPr lang="en-US" dirty="0"/>
              <a:t>FIFA 2018 Player Performance &amp; Positional Analytics 3</a:t>
            </a:r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A215ED-ED27-46C6-69CE-C908E6D262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948267"/>
            <a:ext cx="12073467" cy="59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1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08C2-914F-F5BE-B457-9E319585F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17599"/>
          </a:xfrm>
        </p:spPr>
        <p:txBody>
          <a:bodyPr>
            <a:normAutofit fontScale="90000"/>
          </a:bodyPr>
          <a:lstStyle/>
          <a:p>
            <a:r>
              <a:rPr lang="en-US" dirty="0"/>
              <a:t>FIFA 2018 Player Performance &amp; Positional Analytics 4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792003-2147-D2D1-CDFD-FBD55397F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17600"/>
            <a:ext cx="12192000" cy="574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49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33</Words>
  <Application>Microsoft Office PowerPoint</Application>
  <PresentationFormat>Widescreen</PresentationFormat>
  <Paragraphs>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FIFA 2018 Player Performance &amp; Positional Analytics 1</vt:lpstr>
      <vt:lpstr>FIFA 2018 Player Performance &amp; Positional Analytics 2</vt:lpstr>
      <vt:lpstr>FIFA 2018 Player Performance &amp; Positional Analytics 3</vt:lpstr>
      <vt:lpstr>FIFA 2018 Player Performance &amp; Positional Analytics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Prefa</dc:creator>
  <cp:lastModifiedBy>Victor Prefa</cp:lastModifiedBy>
  <cp:revision>1</cp:revision>
  <dcterms:created xsi:type="dcterms:W3CDTF">2025-11-13T12:55:03Z</dcterms:created>
  <dcterms:modified xsi:type="dcterms:W3CDTF">2025-11-13T13:32:26Z</dcterms:modified>
</cp:coreProperties>
</file>